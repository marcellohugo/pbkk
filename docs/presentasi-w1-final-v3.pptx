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ea5688b3c48c7" /><Relationship Type="http://schemas.openxmlformats.org/officeDocument/2006/relationships/extended-properties" Target="/docProps/app.xml" Id="R8c9846a18eb24140" /><Relationship Type="http://schemas.openxmlformats.org/officeDocument/2006/relationships/officeDocument" Target="/ppt/presentation.xml" Id="R475be0a6573249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99b21b32b244a5"/>
  </p:sldMasterIdLst>
  <p:notesMasterIdLst>
    <p:notesMasterId xmlns:r="http://schemas.openxmlformats.org/officeDocument/2006/relationships" r:id="R67db9b62442f4fa0"/>
  </p:notesMasterIdLst>
  <p:sldIdLst>
    <p:sldId xmlns:r="http://schemas.openxmlformats.org/officeDocument/2006/relationships" id="256" r:id="Rf7b54704c7e14b22"/>
    <p:sldId xmlns:r="http://schemas.openxmlformats.org/officeDocument/2006/relationships" id="257" r:id="R34ce1f236e3149c6"/>
    <p:sldId xmlns:r="http://schemas.openxmlformats.org/officeDocument/2006/relationships" id="258" r:id="R9cf1018f5e964af0"/>
    <p:sldId xmlns:r="http://schemas.openxmlformats.org/officeDocument/2006/relationships" id="259" r:id="R1c6bed7a587c4bdd"/>
    <p:sldId xmlns:r="http://schemas.openxmlformats.org/officeDocument/2006/relationships" id="260" r:id="Re91353413b6648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8c68539b53407b" /><Relationship Type="http://schemas.openxmlformats.org/officeDocument/2006/relationships/slideMaster" Target="/ppt/slideMasters/slideMaster1.xml" Id="R0d99b21b32b244a5" /><Relationship Type="http://schemas.openxmlformats.org/officeDocument/2006/relationships/notesMaster" Target="/ppt/notesMasters/notesMaster1.xml" Id="R67db9b62442f4fa0" /><Relationship Type="http://schemas.openxmlformats.org/officeDocument/2006/relationships/presProps" Target="/ppt/presProps.xml" Id="R527d8a20e0ab400a" /><Relationship Type="http://schemas.openxmlformats.org/officeDocument/2006/relationships/tableStyles" Target="/ppt/tableStyles.xml" Id="R00aedcf2f2344bce" /><Relationship Type="http://schemas.openxmlformats.org/officeDocument/2006/relationships/slide" Target="/ppt/slides/slide1.xml" Id="Rf7b54704c7e14b22" /><Relationship Type="http://schemas.openxmlformats.org/officeDocument/2006/relationships/slide" Target="/ppt/slides/slide2.xml" Id="R34ce1f236e3149c6" /><Relationship Type="http://schemas.openxmlformats.org/officeDocument/2006/relationships/slide" Target="/ppt/slides/slide3.xml" Id="R9cf1018f5e964af0" /><Relationship Type="http://schemas.openxmlformats.org/officeDocument/2006/relationships/slide" Target="/ppt/slides/slide4.xml" Id="R1c6bed7a587c4bdd" /><Relationship Type="http://schemas.openxmlformats.org/officeDocument/2006/relationships/slide" Target="/ppt/slides/slide5.xml" Id="Re91353413b6648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96faae6bc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66383af0604ed6" /><Relationship Type="http://schemas.openxmlformats.org/officeDocument/2006/relationships/notesMaster" Target="/ppt/notesMasters/notesMaster1.xml" Id="Rfc37ad1b89f6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b62b4f26042be" /><Relationship Type="http://schemas.openxmlformats.org/officeDocument/2006/relationships/notesMaster" Target="/ppt/notesMasters/notesMaster1.xml" Id="R4ae8b468e1db4d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284023ecb4a1c" /><Relationship Type="http://schemas.openxmlformats.org/officeDocument/2006/relationships/notesMaster" Target="/ppt/notesMasters/notesMaster1.xml" Id="R9808fa47ceb747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447b8b9caa4216" /><Relationship Type="http://schemas.openxmlformats.org/officeDocument/2006/relationships/notesMaster" Target="/ppt/notesMasters/notesMaster1.xml" Id="R054f44cd2a5a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3f42da113418f" /><Relationship Type="http://schemas.openxmlformats.org/officeDocument/2006/relationships/notesMaster" Target="/ppt/notesMasters/notesMaster1.xml" Id="Rb2642840c955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spesifikasi: pertemuan_1_lengkap-ok.pptx, slide 39–43. Presentasi individu berdasarkan implementasi Marco. Data instalasi anggota kelompok lain belum diberikan. Durasi demo maksimal 5 menit.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 berdasarkan php -v, metadata Composer dan composer.lock proyek. dev-env.ps1 hanya mengatur sesi PowerShell aktif. Setup di komputer baru: composer install, salin .env.example ke .env, php artisan key:generate. Buka http://127.0.0.1:8001.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W1/routes/web.php, W1/app/Http/Controllers/PageController.php dan W1/resources/views. Tidak ada query database pada tugas profil statis. Semua handler route menggunakan PageController.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asli dari aplikasi W1 yang berjalan lokal. Ukuran viewport desktop 1440 x 1000, mobile 390 x 844. Pemeriksaan browser tidak menemukan overflow horizontal.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PageController@calculate. Demo: /hitung/10/0/bagi memberi HTTP 422, /hitung/-1.5/2/tambah menghasilkan 0.5. Pengujian: python tests/check.py --week 1. Rencana proyek: Narafin AI Coach — Saran Analitika Pemain. Tema mengikuti implementasi W1 dan masih merupakan rencana proyek akhir.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a8b6284f94e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ca8150e7b4529" /><Relationship Type="http://schemas.openxmlformats.org/officeDocument/2006/relationships/slideLayout" Target="/ppt/slideLayouts/slideLayout1.xml" Id="Rd98e8ed26149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e8ed26149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8da9b534a49dd" /><Relationship Type="http://schemas.openxmlformats.org/officeDocument/2006/relationships/notesSlide" Target="/ppt/notesSlides/notesSlide1.xml" Id="R9c099c710d03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d0d6feeff4f58" /><Relationship Type="http://schemas.openxmlformats.org/officeDocument/2006/relationships/notesSlide" Target="/ppt/notesSlides/notesSlide2.xml" Id="R50f70fb0641b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120bb13a84f66" /><Relationship Type="http://schemas.openxmlformats.org/officeDocument/2006/relationships/notesSlide" Target="/ppt/notesSlides/notesSlide3.xml" Id="Rcb42f61cec82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31cef250145bd" /><Relationship Type="http://schemas.openxmlformats.org/officeDocument/2006/relationships/image" Target="/ppt/media/image.png" Id="R6e386cc8c79e4ecd" /><Relationship Type="http://schemas.openxmlformats.org/officeDocument/2006/relationships/image" Target="/ppt/media/image2.png" Id="R225dbcc9d2f3454e" /><Relationship Type="http://schemas.openxmlformats.org/officeDocument/2006/relationships/notesSlide" Target="/ppt/notesSlides/notesSlide4.xml" Id="R33288614b3ec4b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b4160fc142b5" /><Relationship Type="http://schemas.openxmlformats.org/officeDocument/2006/relationships/notesSlide" Target="/ppt/notesSlides/notesSlide5.xml" Id="R0f8919168b1a41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466EE-07DB-4915-B673-8068BEB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ITS Academic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FE8DF-5626-4D78-ACD2-2979798A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1928E-BF9D-42A8-8ACA-06678F89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Laravel sandbox pertama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3F605-3597-409A-B427-03675F8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Marco Marcello Hugo</a:t>
            </a:r>
          </a:p>
          <a:p xmlns:a="http://schemas.openxmlformats.org/drawingml/2006/main">
            <a:pPr>
              <a:buNone/>
              <a:defRPr sz="270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NRP 5025221102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E1157-F624-405C-A6D2-ED5E96B8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Profil akademik, pengenalan departemen,</a:t>
            </a:r>
          </a:p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rencana Narafin AI Coach</a:t>
            </a: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, dan kalkulator dinamis.</a:t>
            </a:r>
          </a:p>
        </p:txBody>
      </p:sp>
    </p:spTree>
    <p:extLst>
      <p:ext uri="{BB962C8B-B14F-4D97-AF65-F5344CB8AC3E}">
        <p14:creationId xmlns:p14="http://schemas.microsoft.com/office/powerpoint/2010/main" val="554852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64C06-3D57-4B98-A289-15F9003C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Lingkungan pengembangan lokal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4551D-8703-4F8A-BBA2-4A3FB7BC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F882-6594-4F32-A78B-EAFC19D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PHP 8.4.26 dan Composer 2.10.3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83518-16EB-41C1-BB5A-C49CAF85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Laravel 13.33.0 dengan dependensi terkunci.</a:t>
            </a:r>
          </a:p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Session berbasis file, tanpa konfigurasi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DAC88-ED1C-4E71-88E6-23EE383A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Perintah menjalankan W1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64B1D-6805-4BB9-A314-C2BC370B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. .\dev-env.ps1</a:t>
            </a:r>
          </a:p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php artisan serve --port=8001</a:t>
            </a:r>
          </a:p>
        </p:txBody>
      </p:sp>
    </p:spTree>
    <p:extLst>
      <p:ext uri="{BB962C8B-B14F-4D97-AF65-F5344CB8AC3E}">
        <p14:creationId xmlns:p14="http://schemas.microsoft.com/office/powerpoint/2010/main" val="56235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92DD1-2006-48B1-BEF0-357876CA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Alur request halaman profil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F59A9-0308-4B3C-BBC5-B6D85E1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77EB1-1700-4619-9B57-51A4FBAE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41A4A-21D3-475B-9FD4-D772852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62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AF550-5F69-42CB-9FD1-0334CB39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621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GET /about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3CDFD-0409-484A-A907-712DA0E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CCF02-FBB0-47AC-932E-4D0128A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907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C9A1E-1778-4BB8-A6F6-0F07731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9077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routes/web.php memilih PageController@about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51B0E-CD30-4029-B32E-E02FC8D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25FE0-D7D4-4B9D-B27A-6E0496C3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19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9AE56-D6C5-4726-B6EA-4067415D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194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about() mengembalikan view("about")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4ECAF-8456-4496-8485-62DB88A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53F02-4603-41E0-B6A9-8B5284C4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Blade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1D0D6-D2E7-4BF8-B0FA-A443FFF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4812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about.blade.php mewarisi layouts/app.blade.php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EBD57-40C7-48FD-BB7E-830107F4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CA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87CA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6F103-7762-4C80-912E-34FD51C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46C94-B313-4D22-8E04-3554DFD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768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HTML tampil di browser dengan Bootstrap CDN</a:t>
            </a:r>
          </a:p>
        </p:txBody>
      </p:sp>
    </p:spTree>
    <p:extLst>
      <p:ext uri="{BB962C8B-B14F-4D97-AF65-F5344CB8AC3E}">
        <p14:creationId xmlns:p14="http://schemas.microsoft.com/office/powerpoint/2010/main" val="1369577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6CBB2-7B38-40C3-9C69-22613FA6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Tampilan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32BC5-3C46-4F96-B8E3-9A67D9B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4 / 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86cc8c79e4ecd"/>
          <a:stretch xmlns:a="http://schemas.openxmlformats.org/drawingml/2006/main"/>
        </p:blipFill>
        <p:spPr>
          <a:xfrm xmlns:a="http://schemas.openxmlformats.org/drawingml/2006/main">
            <a:off x="963930" y="1381125"/>
            <a:ext cx="6720840" cy="4667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dbcc9d2f3454e"/>
          <a:stretch xmlns:a="http://schemas.openxmlformats.org/drawingml/2006/main"/>
        </p:blipFill>
        <p:spPr>
          <a:xfrm xmlns:a="http://schemas.openxmlformats.org/drawingml/2006/main">
            <a:off x="8822925" y="1381125"/>
            <a:ext cx="188040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4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0446C-B6E6-4FAB-A733-D722324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Kalkulator dan skenario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3FB23-8B3A-4227-A9C8-6EEDC3DF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77F"/>
                </a:solidFill>
                <a:latin typeface="Segoe UI"/>
                <a:ea typeface="Segoe UI"/>
                <a:cs typeface="Segoe UI"/>
              </a:rPr>
              <a:t>PBKK W1   /   Marco Marcello Hugo   /   5025221102                                 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196F-B47F-419A-9BA7-2EA5E139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/hitung/10/5/kali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59F92-DDC1-4A56-8393-30A18FB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Hasil dari 10 kali 5 adalah 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2421F-7461-4B7F-B8CF-3D57C74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73B7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73B70"/>
                </a:solidFill>
                <a:latin typeface="Segoe UI"/>
                <a:ea typeface="Segoe UI"/>
                <a:cs typeface="Segoe UI"/>
              </a:rPr>
              <a:t>Validasi sebelum menghitung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D12DB-23ED-4FC9-BA88-012AAF0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Input numerik dan operasi harus valid.</a:t>
            </a:r>
          </a:p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Pembagian dengan nol menghasilkan pesan kesalahan.</a:t>
            </a:r>
          </a:p>
          <a:p xmlns:a="http://schemas.openxmlformats.org/drawingml/2006/main">
            <a:pPr>
              <a:buNone/>
              <a:defRPr sz="2250" b="0">
                <a:solidFill>
                  <a:srgbClr val="172B4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5"/>
                </a:solidFill>
                <a:latin typeface="Segoe UI"/>
                <a:ea typeface="Segoe UI"/>
                <a:cs typeface="Segoe UI"/>
              </a:rPr>
              <a:t>Angka negatif dan desimal juga dapat diproses.</a:t>
            </a:r>
          </a:p>
        </p:txBody>
      </p:sp>
    </p:spTree>
    <p:extLst>
      <p:ext uri="{BB962C8B-B14F-4D97-AF65-F5344CB8AC3E}">
        <p14:creationId xmlns:p14="http://schemas.microsoft.com/office/powerpoint/2010/main" val="588709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2026-09-29T13:20:32.9630000Z</dcterms:created>
  <dcterms:modified xsi:type="dcterms:W3CDTF">2026-09-29T13:20:32.9630000Z</dcterms:modified>
</coreProperties>
</file>